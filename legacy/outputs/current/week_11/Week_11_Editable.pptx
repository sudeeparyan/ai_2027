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new policy-assistant version sometimes exposes a staff-only passage. The visible slide states: The failed classroom release</a:t>
            </a:r>
          </a:p>
          <a:p/>
          <a:p>
            <a:r>
              <a:t>Version 2 answers faster but exposes one staff-only policy to a student. Would you release it? Reveal that the case will be revisited after four short concept cycles.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Version 2 answers faster but exposes one staff-only policy to a student. Would you release it?</a:t>
            </a:r>
          </a:p>
          <a:p/>
          <a:p>
            <a:r>
              <a:t>Choose an initial answer and name one piece of evidence you need. Accept reasonable uncertainty; record the initial votes to revisit at the end.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new policy-assistant version sometimes exposes a staff-only passage. The visible slide states: We will predict, connect an analogy, trace a mechanism, work an example, then explain a decision. Point to the four named ideas, then show where the notebook experiment fits.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Can a faster answer override a failed access gate?</a:t>
            </a:r>
          </a:p>
          <a:p/>
          <a:p>
            <a:r>
              <a:t>Make a choice before we explain the diagram. The intended answer is No. The required access test must pass. The tempting claim is Most tests passing is enough to release. Do not show which card is correct until the reveal.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new policy-assistant version sometimes exposes a staff-only passage. The visible slide states: An aircraft checklist must pass every required item before departure.</a:t>
            </a:r>
          </a:p>
          <a:p/>
          <a:p>
            <a:r>
              <a:t>What matches our case, and where does the analogy stop? The boundary is: A checklist reduces known risk; it cannot prove zero future failures.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new policy-assistant version sometimes exposes a staff-only passage. The visible slide states: Match each everyday part to the technical part.</a:t>
            </a:r>
          </a:p>
          <a:p/>
          <a:p>
            <a:r>
              <a:t>Analogy limit: A checklist reduces known risk; it cannot prove zero future failures. The three precise mappings are [['Candidate version', 'aircraft'], ['Required tests', 'checklist'], ['Release', 'departure decision']].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new policy-assistant version sometimes exposes a staff-only passage. The visible slide states: Require evidence that inputs, permissions, output and failure handling meet a defined threshold.</a:t>
            </a:r>
          </a:p>
          <a:p/>
          <a:p>
            <a:r>
              <a:t>Trace the arrows from left to right. The weekly example is: Candidate v2 fails staff access, so the release decision is “block” even if other scores improve. State what the analogy does not explain: A checklist reduces known risk; it cannot prove zero future failures.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Candidate v2 fails staff access, so the release decision is “block” even if other scores improve.</a:t>
            </a:r>
          </a:p>
          <a:p/>
          <a:p>
            <a:r>
              <a:t>Point to the evidence before giving your conclusion. The expected reasoning concludes: No. The required access test must pass. Distinguish measured results from illustrative numbers.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new policy-assistant version sometimes exposes a staff-only passage. The visible slide states: No. The required access test must pass.</a:t>
            </a:r>
          </a:p>
          <a:p/>
          <a:p>
            <a:r>
              <a:t>Tempting mistake: Most tests passing is enough to release. The earlier question was Can a faster answer override a failed access gate? Ask how this differs from the wrong claim.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Which fields help investigate without exposing private text?</a:t>
            </a:r>
          </a:p>
          <a:p/>
          <a:p>
            <a:r>
              <a:t>Make a choice before we explain the diagram. The intended answer is Safe identifiers, role, source ID and decision. The tempting claim is A useful trace must store the full private prompt. Do not show which card is correct until the reveal.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new policy-assistant version sometimes exposes a staff-only passage. The visible slide states: A shipping receipt records what happened without copying the private parcel.</a:t>
            </a:r>
          </a:p>
          <a:p/>
          <a:p>
            <a:r>
              <a:t>What matches our case, and where does the analogy stop? The boundary is: Aggressive filtering can hide useful debug details; keep safe IDs and event type.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new policy-assistant version sometimes exposes a staff-only passage. The visible slide states: Match each everyday part to the technical part.</a:t>
            </a:r>
          </a:p>
          <a:p/>
          <a:p>
            <a:r>
              <a:t>Analogy limit: Aggressive filtering can hide useful debug details; keep safe IDs and event type. The three precise mappings are [['Event', 'trace record'], ['Private text', 'removed content'], ['Receipt', 'filtered log']].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new policy-assistant version sometimes exposes a staff-only passage. The visible slide states: Log enough to debug while omitting unnecessary personal data and credentials.</a:t>
            </a:r>
          </a:p>
          <a:p/>
          <a:p>
            <a:r>
              <a:t>Trace the arrows from left to right. The weekly example is: Log request ID, role, policy ID and outcome; omit student question text and secret key. State what the analogy does not explain: Aggressive filtering can hide useful debug details; keep safe IDs and event type.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Log request ID, role, policy ID and outcome; omit student question text and secret key.</a:t>
            </a:r>
          </a:p>
          <a:p/>
          <a:p>
            <a:r>
              <a:t>Point to the evidence before giving your conclusion. The expected reasoning concludes: Safe identifiers, role, source ID and decision. Distinguish measured results from illustrative numbers.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new policy-assistant version sometimes exposes a staff-only passage. The visible slide states: Safe identifiers, role, source ID and decision.</a:t>
            </a:r>
          </a:p>
          <a:p/>
          <a:p>
            <a:r>
              <a:t>Tempting mistake: A useful trace must store the full private prompt. The earlier question was Which fields help investigate without exposing private text? Ask how this differs from the wrong claim.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What must be checked after restoring v1?</a:t>
            </a:r>
          </a:p>
          <a:p/>
          <a:p>
            <a:r>
              <a:t>Make a choice before we explain the diagram. The intended answer is Re-run the critical access and answer checks. The tempting claim is Rollback means changing only the visible version label. Do not show which card is correct until the reveal.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new policy-assistant version sometimes exposes a staff-only passage. The visible slide states: A theater switches back to the last working lighting cue.</a:t>
            </a:r>
          </a:p>
          <a:p/>
          <a:p>
            <a:r>
              <a:t>What matches our case, and where does the analogy stop? The boundary is: Rollback needs tested artifacts and compatible data; rehearsal matters.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new policy-assistant version sometimes exposes a staff-only passage. The visible slide states: Match each everyday part to the technical part.</a:t>
            </a:r>
          </a:p>
          <a:p/>
          <a:p>
            <a:r>
              <a:t>Analogy limit: Rollback needs tested artifacts and compatible data; rehearsal matters. The three precise mappings are [['New cue', 'candidate version'], ['Old cue', 'tested configuration'], ['Switch', 'rollback']].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new policy-assistant version sometimes exposes a staff-only passage. The visible slide states: Restore a previously tested configuration if a new version fails.</a:t>
            </a:r>
          </a:p>
          <a:p/>
          <a:p>
            <a:r>
              <a:t>Trace the arrows from left to right. The weekly example is: After v2 leaks P5, restore v1 with its policy index and confirm the student test passes. State what the analogy does not explain: Rollback needs tested artifacts and compatible data; rehearsal matters.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After v2 leaks P5, restore v1 with its policy index and confirm the student test passes.</a:t>
            </a:r>
          </a:p>
          <a:p/>
          <a:p>
            <a:r>
              <a:t>Point to the evidence before giving your conclusion. The expected reasoning concludes: Re-run the critical access and answer checks. Distinguish measured results from illustrative numbers.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new policy-assistant version sometimes exposes a staff-only passage. The visible slide states: Re-run the critical access and answer checks.</a:t>
            </a:r>
          </a:p>
          <a:p/>
          <a:p>
            <a:r>
              <a:t>Tempting mistake: Rollback means changing only the visible version label. The earlier question was What must be checked after restoring v1? Ask how this differs from the wrong claim.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Why divide by eight rather than ten?</a:t>
            </a:r>
          </a:p>
          <a:p/>
          <a:p>
            <a:r>
              <a:t>Make a choice before we explain the diagram. The intended answer is Only eight runs delivered the defined successful outcome. The tempting claim is Cheapest run is automatically best delivery. Do not show which card is correct until the reveal.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new policy-assistant version sometimes exposes a staff-only passage. The visible slide states: A restaurant compares the full meal bill with meals actually served.</a:t>
            </a:r>
          </a:p>
          <a:p/>
          <a:p>
            <a:r>
              <a:t>What matches our case, and where does the analogy stop? The boundary is: A very small sample can make the estimate noisy; state the denominator.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new policy-assistant version sometimes exposes a staff-only passage. The visible slide states: Match each everyday part to the technical part.</a:t>
            </a:r>
          </a:p>
          <a:p/>
          <a:p>
            <a:r>
              <a:t>Analogy limit: A very small sample can make the estimate noisy; state the denominator. The three precise mappings are [['Full bill', 'total run cost'], ['Served meals', 'successful answers'], ['Unit cost', 'cost per success']].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new policy-assistant version sometimes exposes a staff-only passage. The visible slide states: All run costs including failed attempts divided by successful tasks; undefined at zero success.</a:t>
            </a:r>
          </a:p>
          <a:p/>
          <a:p>
            <a:r>
              <a:t>Trace the arrows from left to right. The weekly example is: If ten runs cost €0.20 and eight meet criteria, cost per success = €0.025. State what the analogy does not explain: A very small sample can make the estimate noisy; state the denominator.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If ten runs cost €0.20 and eight meet criteria, cost per success = €0.025.</a:t>
            </a:r>
          </a:p>
          <a:p/>
          <a:p>
            <a:r>
              <a:t>Point to the evidence before giving your conclusion. The expected reasoning concludes: Only eight runs delivered the defined successful outcome. Distinguish measured results from illustrative numbers.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new policy-assistant version sometimes exposes a staff-only passage. The visible slide states: Only eight runs delivered the defined successful outcome.</a:t>
            </a:r>
          </a:p>
          <a:p/>
          <a:p>
            <a:r>
              <a:t>Tempting mistake: Cheapest run is automatically best delivery. The earlier question was Why divide by eight rather than ten? Ask how this differs from the wrong claim.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Version 2 returns a staff paragraph.</a:t>
            </a:r>
          </a:p>
          <a:p/>
          <a:p>
            <a:r>
              <a:t>Release is blocked and version 1 remains active. Have one student point to an exact source word or number for each conclusion.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Run a local release-gate simulation and rollback.</a:t>
            </a:r>
          </a:p>
          <a:p/>
          <a:p>
            <a:r>
              <a:t>Read the original output before editing. Use Week_11_Lab.ipynb. This lab is a prepared classroom demonstration with its limitations documented.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Locate the supplied input, the transformation, the checking line and the printed result. The weekly lab change is: Flip the candidate role check and verify rollback happens.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Flip the candidate role check and verify rollback happens.</a:t>
            </a:r>
          </a:p>
          <a:p/>
          <a:p>
            <a:r>
              <a:t>What should change in the result? What stays fixed? Ask learners to write their prediction before rerunning the cell.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Record the input, the one changed setting, the observed result and a reason for any difference. The required evidence is: Filtered trace and classroom release checklist.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Passed release gates / required gates; cost per successful task</a:t>
            </a:r>
          </a:p>
          <a:p/>
          <a:p>
            <a:r>
              <a:t>Write the numerator, denominator and one failure case. Where a measure is qualitative, show the concrete source comparison. Example: Release is blocked and version 1 remains active.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Plausible wrong claim: A high answer accuracy can compensate for an access-control failure.</a:t>
            </a:r>
          </a:p>
          <a:p/>
          <a:p>
            <a:r>
              <a:t>Correct it using the case evidence. The correction is Access is a release gate. Report accuracy and security outcomes separately.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The new version passes answer checks but fails the missing-source test. What does the release gate decide?</a:t>
            </a:r>
          </a:p>
          <a:p/>
          <a:p>
            <a:r>
              <a:t>Explain which source or test would settle it. This is a fresh scenario, so ask for a reason before accepting either short answer.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Without reading the slide, name the input, one processing step and the check. Your partner should ask “How do you know?” Listen for a causal explanation and one limitation, then revisit a difficult arrow on the board.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What happens to cost per success when successes equal zero?</a:t>
            </a:r>
          </a:p>
          <a:p/>
          <a:p>
            <a:r>
              <a:t>Write a short answer, then compare with the guide. Model answer after discussion: There is no finite value. Report undefined and investigate the failed workload. Practice marks: 4.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Why test a missing source before release?</a:t>
            </a:r>
          </a:p>
          <a:p/>
          <a:p>
            <a:r>
              <a:t>Write a short answer, then compare with the guide. Model answer after discussion: To verify the application abstains or recovers rather than inventing an answer. Practice marks: 4.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Filtered trace and classroom release checklist.</a:t>
            </a:r>
          </a:p>
          <a:p/>
          <a:p>
            <a:r>
              <a:t>Include the one changed input and an error explanation. This weekly evidence receives formative feedback according to the module sequence; refer to the assessment brief for graded work.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A required access test blocks release; keep safe traces and a tested rollback.</a:t>
            </a:r>
          </a:p>
          <a:p/>
          <a:p>
            <a:r>
              <a:t>Read the linked official sources in the Word guide and redraw one diagram from memory. Return to the opening vote and ask whether the evidence changed anyone’s mind. The next week builds on this outcome: Record a safe release decision with test and rollback evidence.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11 · Testing and classroom delivery</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failed classroom release</a:t>
            </a:r>
          </a:p>
          <a:p>
            <a:pPr>
              <a:defRPr sz="1800" b="0">
                <a:solidFill>
                  <a:srgbClr val="182B40"/>
                </a:solidFill>
                <a:latin typeface="Aptos"/>
              </a:defRPr>
            </a:pPr>
          </a:p>
          <a:p>
            <a:pPr>
              <a:defRPr sz="1800" b="0">
                <a:solidFill>
                  <a:srgbClr val="182B40"/>
                </a:solidFill>
                <a:latin typeface="Aptos"/>
              </a:defRPr>
            </a:pPr>
            <a:r>
              <a:t>Version 2 answers faster but exposes one staff-only policy to a student. Would you release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19472" y="2240280"/>
            <a:ext cx="1892807" cy="1298448"/>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0"/>
                </a:solidFill>
                <a:latin typeface="Aptos"/>
              </a:defRPr>
            </a:pPr>
            <a:r>
              <a:t>Version 2</a:t>
            </a:r>
          </a:p>
        </p:txBody>
      </p:sp>
      <p:sp>
        <p:nvSpPr>
          <p:cNvPr id="11" name="Rounded Rectangle 10"/>
          <p:cNvSpPr/>
          <p:nvPr/>
        </p:nvSpPr>
        <p:spPr>
          <a:xfrm>
            <a:off x="7077456" y="2240280"/>
            <a:ext cx="1892807" cy="1298448"/>
          </a:xfrm>
          <a:prstGeom prst="roundRect">
            <a:avLst/>
          </a:prstGeom>
          <a:solidFill>
            <a:srgbClr val="FBEEEB"/>
          </a:solidFill>
          <a:ln>
            <a:solidFill>
              <a:srgbClr val="FBEE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0"/>
                </a:solidFill>
                <a:latin typeface="Aptos"/>
              </a:defRPr>
            </a:pPr>
            <a:r>
              <a:t>Access test fails</a:t>
            </a:r>
          </a:p>
        </p:txBody>
      </p:sp>
      <p:cxnSp>
        <p:nvCxnSpPr>
          <p:cNvPr id="12" name="Connector 11"/>
          <p:cNvCxnSpPr/>
          <p:nvPr/>
        </p:nvCxnSpPr>
        <p:spPr>
          <a:xfrm>
            <a:off x="6903720" y="2889504"/>
            <a:ext cx="137160"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a:off x="6958584" y="2820924"/>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235440" y="2240280"/>
            <a:ext cx="1892807" cy="1298448"/>
          </a:xfrm>
          <a:prstGeom prst="roundRect">
            <a:avLst/>
          </a:prstGeom>
          <a:solidFill>
            <a:srgbClr val="EFF7F3"/>
          </a:solidFill>
          <a:ln>
            <a:solidFill>
              <a:srgbClr val="EFF7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0"/>
                </a:solidFill>
                <a:latin typeface="Aptos"/>
              </a:defRPr>
            </a:pPr>
            <a:r>
              <a:t>Keep version 1</a:t>
            </a:r>
          </a:p>
        </p:txBody>
      </p:sp>
      <p:cxnSp>
        <p:nvCxnSpPr>
          <p:cNvPr id="15" name="Connector 14"/>
          <p:cNvCxnSpPr/>
          <p:nvPr/>
        </p:nvCxnSpPr>
        <p:spPr>
          <a:xfrm>
            <a:off x="9061704" y="2889504"/>
            <a:ext cx="137160"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6" name="Chevron 15"/>
          <p:cNvSpPr/>
          <p:nvPr/>
        </p:nvSpPr>
        <p:spPr>
          <a:xfrm>
            <a:off x="9116568" y="2820924"/>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4846320"/>
            <a:ext cx="6126480" cy="530352"/>
          </a:xfrm>
          <a:prstGeom prst="rect">
            <a:avLst/>
          </a:prstGeom>
          <a:noFill/>
        </p:spPr>
        <p:txBody>
          <a:bodyPr wrap="square" lIns="0" rIns="0">
            <a:spAutoFit/>
          </a:bodyPr>
          <a:lstStyle/>
          <a:p>
            <a:pPr>
              <a:defRPr sz="1800" b="1">
                <a:solidFill>
                  <a:srgbClr val="117E6E"/>
                </a:solidFill>
                <a:latin typeface="Aptos"/>
              </a:defRPr>
            </a:pPr>
            <a:r>
              <a:t>A failed permission test blocks release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Version 2 answers faster but exposes one staff-only policy to a student. Would you release it?</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Release gate</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Filtered trace</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Rollback</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Cost per success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Release gate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 a faster answer override a failed access gate?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No. The required access test must pass.</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Most tests passing is enough to release.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aircraft checklist must pass every required item before departure.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An aircraft checklist must pass every required item before departure.</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96712" y="2724912"/>
            <a:ext cx="438912"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96712" y="2807208"/>
            <a:ext cx="438912" cy="6400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769864" y="2953512"/>
            <a:ext cx="45720" cy="45720"/>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888736" y="2953512"/>
            <a:ext cx="45720" cy="45720"/>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07607" y="2953512"/>
            <a:ext cx="45720" cy="45720"/>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Candidate version</a:t>
            </a:r>
          </a:p>
        </p:txBody>
      </p:sp>
      <p:cxnSp>
        <p:nvCxnSpPr>
          <p:cNvPr id="19" name="Connector 18"/>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827263" y="2697480"/>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927847" y="2926080"/>
            <a:ext cx="109728" cy="91440"/>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4" name="Chevron 23"/>
          <p:cNvSpPr/>
          <p:nvPr/>
        </p:nvSpPr>
        <p:spPr>
          <a:xfrm>
            <a:off x="7955279" y="2953512"/>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V="1">
            <a:off x="8037575" y="2807208"/>
            <a:ext cx="182880" cy="210312"/>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8138159" y="2743200"/>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Required tests</a:t>
            </a:r>
          </a:p>
        </p:txBody>
      </p:sp>
      <p:cxnSp>
        <p:nvCxnSpPr>
          <p:cNvPr id="29" name="Connector 28"/>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30" name="Chevron 29"/>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Release</a:t>
            </a:r>
          </a:p>
        </p:txBody>
      </p:sp>
      <p:sp>
        <p:nvSpPr>
          <p:cNvPr id="37" name="TextBox 36"/>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checklist reduces known risk; it cannot prove zero future failures.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Candidate version</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aircraft</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Required tests</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checklist</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Release</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departure decision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Require evidence that inputs, permissions, output and failure handling meet a defined threshold.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Candidate config</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Required tests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Release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Candidate v2 fails staff access, so the release decision is “block” even if other scores improve.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Candidate v2 fails staff access, so the release decision is “block” even if other scores improve.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Can a faster answer override a failed access gate?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No. The required access test must pass.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The required access test must pass.</a:t>
            </a:r>
          </a:p>
          <a:p>
            <a:pPr>
              <a:defRPr sz="1800" b="0">
                <a:solidFill>
                  <a:srgbClr val="182B40"/>
                </a:solidFill>
                <a:latin typeface="Aptos"/>
              </a:defRPr>
            </a:pPr>
          </a:p>
          <a:p>
            <a:pPr>
              <a:defRPr sz="1800" b="0">
                <a:solidFill>
                  <a:srgbClr val="182B40"/>
                </a:solidFill>
                <a:latin typeface="Aptos"/>
              </a:defRPr>
            </a:pPr>
            <a:r>
              <a:t>Tempting mistake: Most tests passing is enough to release.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Most tests passing is enough to release.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No. The required access test must pass.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checklist reduces known risk; it cannot prove zero future failures.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Filtered trace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fields help investigate without exposing private text?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Safe identifiers, role, source ID and decision.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useful trace must store the full private prompt.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shipping receipt records what happened without copying the private parcel.</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shipping receipt records what happened without copying the private parcel.</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Event</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808975"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00415"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19288"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38159"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Private text</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012680"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67543" y="2779776"/>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67543" y="2880360"/>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067543" y="2980944"/>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Receipt</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Aggressive filtering can hide useful debug details; keep safe IDs and event type.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Event</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trace record</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Private text</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removed content</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Receipt</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filtered log</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Log enough to debug while omitting unnecessary personal data and credentials.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Event</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Remove private text</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Safe trace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Log request ID, role, policy ID and outcome; omit student question text and secret key.</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Log request ID, role, policy ID and outcome; omit student question text and secret key.</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fields help investigate without exposing private text?</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Safe identifiers, role, source ID and decision.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Safe identifiers, role, source ID and decision.</a:t>
            </a:r>
          </a:p>
          <a:p>
            <a:pPr>
              <a:defRPr sz="1800" b="0">
                <a:solidFill>
                  <a:srgbClr val="182B40"/>
                </a:solidFill>
                <a:latin typeface="Aptos"/>
              </a:defRPr>
            </a:pPr>
          </a:p>
          <a:p>
            <a:pPr>
              <a:defRPr sz="1800" b="0">
                <a:solidFill>
                  <a:srgbClr val="182B40"/>
                </a:solidFill>
                <a:latin typeface="Aptos"/>
              </a:defRPr>
            </a:pPr>
            <a:r>
              <a:t>Tempting mistake: A useful trace must store the full private prompt.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useful trace must store the full private prompt.</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Safe identifiers, role, source ID and decision.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Aggressive filtering can hide useful debug details; keep safe IDs and event type.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Rollback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must be checked after restoring v1?</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Re-run the critical access and answer checks.</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Rollback means changing only the visible version label.</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theater switches back to the last working lighting cue.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theater switches back to the last working lighting cue.</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New cue</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Old cue</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Switch</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Rollback needs tested artifacts and compatible data; rehearsal matters.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New cue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candidate version</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Old cue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tested configuration</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Switch</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rollback</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Restore a previously tested configuration if a new version fails.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Failed candidate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Prior tested version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Restore service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After v2 leaks P5, restore v1 with its policy index and confirm the student test passes.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After v2 leaks P5, restore v1 with its policy index and confirm the student test passes.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must be checked after restoring v1?</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Re-run the critical access and answer checks.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Re-run the critical access and answer checks.</a:t>
            </a:r>
          </a:p>
          <a:p>
            <a:pPr>
              <a:defRPr sz="1800" b="0">
                <a:solidFill>
                  <a:srgbClr val="182B40"/>
                </a:solidFill>
                <a:latin typeface="Aptos"/>
              </a:defRPr>
            </a:pPr>
          </a:p>
          <a:p>
            <a:pPr>
              <a:defRPr sz="1800" b="0">
                <a:solidFill>
                  <a:srgbClr val="182B40"/>
                </a:solidFill>
                <a:latin typeface="Aptos"/>
              </a:defRPr>
            </a:pPr>
            <a:r>
              <a:t>Tempting mistake: Rollback means changing only the visible version label.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Rollback means changing only the visible version label.</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Re-run the critical access and answer checks.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Rollback needs tested artifacts and compatible data; rehearsal matters.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Cost per success</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divide by eight rather than ten?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Only eight runs delivered the defined successful outcome.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Cheapest run is automatically best delivery.</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restaurant compares the full meal bill with meals actually served.</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restaurant compares the full meal bill with meals actually served.</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Full bill</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Served meals</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66959" y="2999232"/>
            <a:ext cx="100584"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131551" y="2871216"/>
            <a:ext cx="10058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96143" y="2734056"/>
            <a:ext cx="10058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Unit cost</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very small sample can make the estimate noisy; state the denominator.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Full bill</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total run cost</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Served meals</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successful answers</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Unit cost</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cost per success</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All run costs including failed attempts divided by successful tasks; undefined at zero success.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All run costs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Successful tasks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Cost per success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If ten runs cost €0.20 and eight meet criteria, cost per success = €0.025.</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If ten runs cost €0.20 and eight meet criteria, cost per success = €0.025.</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Why divide by eight rather than ten?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Only eight runs delivered the defined successful outcome.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Only eight runs delivered the defined successful outcome.</a:t>
            </a:r>
          </a:p>
          <a:p>
            <a:pPr>
              <a:defRPr sz="1800" b="0">
                <a:solidFill>
                  <a:srgbClr val="182B40"/>
                </a:solidFill>
                <a:latin typeface="Aptos"/>
              </a:defRPr>
            </a:pPr>
          </a:p>
          <a:p>
            <a:pPr>
              <a:defRPr sz="1800" b="0">
                <a:solidFill>
                  <a:srgbClr val="182B40"/>
                </a:solidFill>
                <a:latin typeface="Aptos"/>
              </a:defRPr>
            </a:pPr>
            <a:r>
              <a:t>Tempting mistake: Cheapest run is automatically best delivery.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Cheapest run is automatically best delivery.</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Only eight runs delivered the defined successful outcome.</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very small sample can make the estimate noisy; state the denominator.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Version 2 returns a staff paragraph.</a:t>
            </a:r>
          </a:p>
          <a:p>
            <a:pPr>
              <a:defRPr sz="1800" b="0">
                <a:solidFill>
                  <a:srgbClr val="182B40"/>
                </a:solidFill>
                <a:latin typeface="Aptos"/>
              </a:defRPr>
            </a:pPr>
          </a:p>
          <a:p>
            <a:pPr>
              <a:defRPr sz="1800" b="0">
                <a:solidFill>
                  <a:srgbClr val="182B40"/>
                </a:solidFill>
                <a:latin typeface="Aptos"/>
              </a:defRPr>
            </a:pPr>
            <a:r>
              <a:t>Release is blocked and version 1 remains active.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Version 1 blocks staff policy for student role.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Version 2 returns a staff paragraph.</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Release is blocked and version 1 remains active.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a local release-gate simulation and rollback.</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Run approved and unauthorized access cases</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Simulate a missing source and bad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Filter a trace before sharing</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Reject a bad candidate version and restore the prior config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Flip the candidate role check and verify rollback happens.</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Passed release gates / required gates; cost per successful task</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high answer accuracy can compensate for an access-control failure.</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high answer accuracy can compensate for an access-control failure.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Access is a release gate. Report accuracy and security outcomes separately.</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new version passes answer checks but fails the missing-source test. What does the release gate decide?</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Version 2 candidate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Access test fails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Keep version 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happens to cost per success when successes equal zero?</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test a missing source before release?</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Filtered trace and classroom release checklist.</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required access test blocks release; keep safe traces and a tested rollback.</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Release gate</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Filtered trace</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Rollback</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Cost per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