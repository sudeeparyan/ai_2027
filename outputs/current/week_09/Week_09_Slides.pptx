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college assistant uses the correct format but misses a revised policy. The visible slide states: The revised policy problem</a:t>
            </a:r>
          </a:p>
          <a:p/>
          <a:p>
            <a:r>
              <a:t>Practice results say a tuned model wins 9/10, but a revised policy arrived yesterday and final cases show 6/10. What should change first? Reveal that the case will be revisited after four short concept cycles.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assistant uses the correct format but misses a revised policy. The visible slide states: Practice results say a tuned model wins 9/10, but a revised policy arrived yesterday and final cases show 6/10. What should change first?</a:t>
            </a:r>
          </a:p>
          <a:p/>
          <a:p>
            <a:r>
              <a:t>Choose an initial answer and name one piece of evidence you need. Accept reasonable uncertainty; record the initial votes to revisit at the end.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college assistant uses the correct format but misses a revised policy. The visible slide states: We will predict, connect an analogy, trace a mechanism, work an example, then explain a decision. Point to the four named ideas, then show where the notebook experiment fits.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assistant uses the correct format but misses a revised policy. The visible slide states: When is this an inexpensive first trial?</a:t>
            </a:r>
          </a:p>
          <a:p/>
          <a:p>
            <a:r>
              <a:t>Make a choice before we explain the diagram. The intended answer is When the failure concerns task instructions or format. The tempting claim is A prompt can permanently teach yesterday’s revised policy. Do not show which card is correct until the reveal.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college assistant uses the correct format but misses a revised policy. The visible slide states: A clearer recipe can change a cook’s output without retraining the cook.</a:t>
            </a:r>
          </a:p>
          <a:p/>
          <a:p>
            <a:r>
              <a:t>What matches our case, and where does the analogy stop? The boundary is: Instructions can fail; a prompt does not update facts or guarantee conformance.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college assistant uses the correct format but misses a revised policy. The visible slide states: Match each everyday part to the technical part.</a:t>
            </a:r>
          </a:p>
          <a:p/>
          <a:p>
            <a:r>
              <a:t>Analogy limit: Instructions can fail; a prompt does not update facts or guarantee conformance. The three precise mappings are [['Recipe', 'prompt'], ['Example plate', 'few-shot example'], ['Taste check', 'task evaluation']].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college assistant uses the correct format but misses a revised policy. The visible slide states: Change instructions or examples for the task without changing weights.</a:t>
            </a:r>
          </a:p>
          <a:p/>
          <a:p>
            <a:r>
              <a:t>Trace the arrows from left to right. The weekly example is: On ten practice cases, a clarified prompt improves 6/10 to 8/10; record the cases. State what the analogy does not explain: Instructions can fail; a prompt does not update facts or guarantee conformance.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assistant uses the correct format but misses a revised policy. The visible slide states: On ten practice cases, a clarified prompt improves 6/10 to 8/10; record the cases.</a:t>
            </a:r>
          </a:p>
          <a:p/>
          <a:p>
            <a:r>
              <a:t>Point to the evidence before giving your conclusion. The expected reasoning concludes: When the failure concerns task instructions or format. Distinguish measured results from illustrative numbers.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college assistant uses the correct format but misses a revised policy. The visible slide states: When the failure concerns task instructions or format.</a:t>
            </a:r>
          </a:p>
          <a:p/>
          <a:p>
            <a:r>
              <a:t>Tempting mistake: A prompt can permanently teach yesterday’s revised policy. The earlier question was When is this an inexpensive first trial? Ask how this differs from the wrong claim.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assistant uses the correct format but misses a revised policy. The visible slide states: Where should a changed policy be updated first?</a:t>
            </a:r>
          </a:p>
          <a:p/>
          <a:p>
            <a:r>
              <a:t>Make a choice before we explain the diagram. The intended answer is In the authoritative document and retrieval index. The tempting claim is Retrieval changes model weights. Do not show which card is correct until the reveal.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college assistant uses the correct format but misses a revised policy. The visible slide states: A clerk opens the current rulebook instead of relying on memory.</a:t>
            </a:r>
          </a:p>
          <a:p/>
          <a:p>
            <a:r>
              <a:t>What matches our case, and where does the analogy stop? The boundary is: Retrieved text still needs access, relevance and claim checks.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college assistant uses the correct format but misses a revised policy. The visible slide states: Match each everyday part to the technical part.</a:t>
            </a:r>
          </a:p>
          <a:p/>
          <a:p>
            <a:r>
              <a:t>Analogy limit: Retrieved text still needs access, relevance and claim checks. The three precise mappings are [['Rulebook', 'updated policy'], ['Page search', 'retrieval'], ['Quoted line', 'grounded answer']].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college assistant uses the correct format but misses a revised policy. The visible slide states: Supply up-to-date evidence at inference time; useful for changing facts and traceable answers.</a:t>
            </a:r>
          </a:p>
          <a:p/>
          <a:p>
            <a:r>
              <a:t>Trace the arrows from left to right. The weekly example is: Replace P3 with its approved revised version, reindex and retrieve it for the question. State what the analogy does not explain: Retrieved text still needs access, relevance and claim checks.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assistant uses the correct format but misses a revised policy. The visible slide states: Replace P3 with its approved revised version, reindex and retrieve it for the question.</a:t>
            </a:r>
          </a:p>
          <a:p/>
          <a:p>
            <a:r>
              <a:t>Point to the evidence before giving your conclusion. The expected reasoning concludes: In the authoritative document and retrieval index. Distinguish measured results from illustrative numbers.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college assistant uses the correct format but misses a revised policy. The visible slide states: In the authoritative document and retrieval index.</a:t>
            </a:r>
          </a:p>
          <a:p/>
          <a:p>
            <a:r>
              <a:t>Tempting mistake: Retrieval changes model weights. The earlier question was Where should a changed policy be updated first? Ask how this differs from the wrong claim.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assistant uses the correct format but misses a revised policy. The visible slide states: Does the practice result prove tuning should ship?</a:t>
            </a:r>
          </a:p>
          <a:p/>
          <a:p>
            <a:r>
              <a:t>Make a choice before we explain the diagram. The intended answer is No; the fresh test and failure analysis matter. The tempting claim is Fine-tuning is guaranteed to beat a good prompt. Do not show which card is correct until the reveal.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college assistant uses the correct format but misses a revised policy. The visible slide states: A musician practises many examples to change a habit.</a:t>
            </a:r>
          </a:p>
          <a:p/>
          <a:p>
            <a:r>
              <a:t>What matches our case, and where does the analogy stop? The boundary is: Small practice gains can reflect overfitting; tuning is not a live fact store.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college assistant uses the correct format but misses a revised policy. The visible slide states: Match each everyday part to the technical part.</a:t>
            </a:r>
          </a:p>
          <a:p/>
          <a:p>
            <a:r>
              <a:t>Analogy limit: Small practice gains can reflect overfitting; tuning is not a live fact store. The three precise mappings are [['Practice pieces', 'labelled data'], ['Habit change', 'weight update'], ['New concert', 'final test']].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college assistant uses the correct format but misses a revised policy. The visible slide states: Train on examples to change learned behaviour; separate development from final test cases.</a:t>
            </a:r>
          </a:p>
          <a:p/>
          <a:p>
            <a:r>
              <a:t>Trace the arrows from left to right. The weekly example is: Base 6/10, prompted 8/10, tuned 9/10 in practice; final tuned 6/10. Investigate. State what the analogy does not explain: Small practice gains can reflect overfitting; tuning is not a live fact store.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assistant uses the correct format but misses a revised policy. The visible slide states: Base 6/10, prompted 8/10, tuned 9/10 in practice; final tuned 6/10. Investigate.</a:t>
            </a:r>
          </a:p>
          <a:p/>
          <a:p>
            <a:r>
              <a:t>Point to the evidence before giving your conclusion. The expected reasoning concludes: No; the fresh test and failure analysis matter. Distinguish measured results from illustrative numbers.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college assistant uses the correct format but misses a revised policy. The visible slide states: No; the fresh test and failure analysis matter.</a:t>
            </a:r>
          </a:p>
          <a:p/>
          <a:p>
            <a:r>
              <a:t>Tempting mistake: Fine-tuning is guaranteed to beat a good prompt. The earlier question was Does the practice result prove tuning should ship? Ask how this differs from the wrong claim.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college assistant uses the correct format but misses a revised policy. The visible slide states: What does LoRA reduce?</a:t>
            </a:r>
          </a:p>
          <a:p/>
          <a:p>
            <a:r>
              <a:t>Make a choice before we explain the diagram. The intended answer is The trainable parameter count compared with full fine-tuning. The tempting claim is LoRA retrieves current policy documents automatically. Do not show which card is correct until the reveal.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college assistant uses the correct format but misses a revised policy. The visible slide states: A small adapter changes a machine’s behaviour without replacing its engine.</a:t>
            </a:r>
          </a:p>
          <a:p/>
          <a:p>
            <a:r>
              <a:t>What matches our case, and where does the analogy stop? The boundary is: Low trainable parameter count does not remove data, compute or evaluation needs.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college assistant uses the correct format but misses a revised policy. The visible slide states: Match each everyday part to the technical part.</a:t>
            </a:r>
          </a:p>
          <a:p/>
          <a:p>
            <a:r>
              <a:t>Analogy limit: Low trainable parameter count does not remove data, compute or evaluation needs. The three precise mappings are [['Engine', 'frozen base weights'], ['Adapter', 'low-rank matrices'], ['New behaviour', 'tuned output']].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college assistant uses the correct format but misses a revised policy. The visible slide states: Update a small trainable low-rank component instead of all model weights.</a:t>
            </a:r>
          </a:p>
          <a:p/>
          <a:p>
            <a:r>
              <a:t>Trace the arrows from left to right. The weekly example is: LoRA trains small matrices while freezing most base weights; no live tuning is required in this lab. State what the analogy does not explain: Low trainable parameter count does not remove data, compute or evaluation needs.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assistant uses the correct format but misses a revised policy. The visible slide states: LoRA trains small matrices while freezing most base weights; no live tuning is required in this lab.</a:t>
            </a:r>
          </a:p>
          <a:p/>
          <a:p>
            <a:r>
              <a:t>Point to the evidence before giving your conclusion. The expected reasoning concludes: The trainable parameter count compared with full fine-tuning. Distinguish measured results from illustrative numbers.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college assistant uses the correct format but misses a revised policy. The visible slide states: The trainable parameter count compared with full fine-tuning.</a:t>
            </a:r>
          </a:p>
          <a:p/>
          <a:p>
            <a:r>
              <a:t>Tempting mistake: LoRA retrieves current policy documents automatically. The earlier question was What does LoRA reduce? Ask how this differs from the wrong claim.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college assistant uses the correct format but misses a revised policy. The visible slide states: On fresh cases tuned score is 6/10.</a:t>
            </a:r>
          </a:p>
          <a:p/>
          <a:p>
            <a:r>
              <a:t>The practice gain alone does not prove better generalization. Have one student point to an exact source word or number for each conclusion.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assistant uses the correct format but misses a revised policy. The visible slide states: Analyze a supplied results pack without training a model.</a:t>
            </a:r>
          </a:p>
          <a:p/>
          <a:p>
            <a:r>
              <a:t>Read the original output before editing. Use Week_09_Lab.ipynb. This lab is a prepared classroom demonstration with its limitations documented.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assistant uses the correct format but misses a revised policy. The visible slide states: Locate the supplied input, the transformation, the checking line and the printed result. The weekly lab change is: Change one threshold and note why the final set must remain untouched.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assistant uses the correct format but misses a revised policy. The visible slide states: Change one threshold and note why the final set must remain untouched.</a:t>
            </a:r>
          </a:p>
          <a:p/>
          <a:p>
            <a:r>
              <a:t>What should change in the result? What stays fixed? Ask learners to write their prediction before rerunning the cell.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assistant uses the correct format but misses a revised policy. The visible slide states: Record the input, the one changed setting, the observed result and a reason for any difference. The required evidence is: Comparison table with recommendation and uncertainty.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assistant uses the correct format but misses a revised policy. The visible slide states: Accuracy with numerator and denominator on separate cases</a:t>
            </a:r>
          </a:p>
          <a:p/>
          <a:p>
            <a:r>
              <a:t>Write the numerator, denominator and one failure case. Where a measure is qualitative, show the concrete source comparison. Example: The practice gain alone does not prove better generalization.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assistant uses the correct format but misses a revised policy. The visible slide states: Plausible wrong claim: Fine-tuning is the right way to add a policy changed yesterday.</a:t>
            </a:r>
          </a:p>
          <a:p/>
          <a:p>
            <a:r>
              <a:t>Correct it using the case evidence. The correction is Update the source document and retrieval index; weight adaptation is poor for rapidly changing facts.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assistant uses the correct format but misses a revised policy. The visible slide states: The system returns the right fact but the wrong JSON field names. Which adaptation is the simplest first trial?</a:t>
            </a:r>
          </a:p>
          <a:p/>
          <a:p>
            <a:r>
              <a:t>Explain which source or test would settle it. This is a fresh scenario, so ask for a reason before accepting either short answer.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assistant uses the correct format but misses a revised policy. The visible slide states: Without reading the slide, name the input, one processing step and the check. Your partner should ask “How do you know?” Listen for a causal explanation and one limitation, then revisit a difficult arrow on the board.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assistant uses the correct format but misses a revised policy. The visible slide states: Which method suits a policy that changed yesterday?</a:t>
            </a:r>
          </a:p>
          <a:p/>
          <a:p>
            <a:r>
              <a:t>Write a short answer, then compare with the guide. Model answer after discussion: Update the authoritative document and retrieval data. Fine-tuning is not a dependable store for rapidly changing facts. Practice marks: 4.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assistant uses the correct format but misses a revised policy. The visible slide states: What does LoRA reduce compared with full fine-tuning?</a:t>
            </a:r>
          </a:p>
          <a:p/>
          <a:p>
            <a:r>
              <a:t>Write a short answer, then compare with the guide. Model answer after discussion: The number of trainable parameters by using low-rank updates. It does not remove the need for data quality or evaluation. Practice marks: 4.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college assistant uses the correct format but misses a revised policy. The visible slide states: Comparison table with recommendation and uncertainty.</a:t>
            </a:r>
          </a:p>
          <a:p/>
          <a:p>
            <a:r>
              <a:t>Include the one changed input and an error explanation. This weekly evidence receives formative feedback according to the module sequence; refer to the assessment brief for graded work.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college assistant uses the correct format but misses a revised policy. The visible slide states: Diagnose the failure, choose prompt or RAG or tuning, and test fresh cases.</a:t>
            </a:r>
          </a:p>
          <a:p/>
          <a:p>
            <a:r>
              <a:t>Read the linked official sources in the Word guide and redraw one diagram from memory. Return to the opening vote and ask whether the evidence changed anyone’s mind. The next week builds on this outcome: Choose among a clearer prompt, current evidence and model adaptation. The target is: Choose among a clearer prompt, current evidence and model adaptation.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09 · When fine-tuning helps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revised policy problem</a:t>
            </a:r>
          </a:p>
          <a:p>
            <a:pPr>
              <a:defRPr sz="1800" b="0">
                <a:solidFill>
                  <a:srgbClr val="182B40"/>
                </a:solidFill>
                <a:latin typeface="Aptos"/>
              </a:defRPr>
            </a:pPr>
          </a:p>
          <a:p>
            <a:pPr>
              <a:defRPr sz="1800" b="0">
                <a:solidFill>
                  <a:srgbClr val="182B40"/>
                </a:solidFill>
                <a:latin typeface="Aptos"/>
              </a:defRPr>
            </a:pPr>
            <a:r>
              <a:t>Practice results say a tuned model wins 9/10, but a revised policy arrived yesterday and final cases show 6/10. What should change first?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01 / 40</a:t>
            </a:r>
          </a:p>
        </p:txBody>
      </p:sp>
      <p:pic>
        <p:nvPicPr>
          <p:cNvPr id="9" name="Picture 8" descr="s01-7c70d8f9437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Practice results say a tuned model wins 9/10, but a revised policy arrived yesterday and final cases show 6/10. What should change first?</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02 / 40</a:t>
            </a:r>
          </a:p>
        </p:txBody>
      </p:sp>
      <p:pic>
        <p:nvPicPr>
          <p:cNvPr id="9" name="Picture 8" descr="s02-3c8f8b5908a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03 / 40</a:t>
            </a:r>
          </a:p>
        </p:txBody>
      </p:sp>
      <p:pic>
        <p:nvPicPr>
          <p:cNvPr id="9" name="Picture 8" descr="s03-cf3d0118741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Prompting</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When is this an inexpensive first trial?</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04 / 40</a:t>
            </a:r>
          </a:p>
        </p:txBody>
      </p:sp>
      <p:pic>
        <p:nvPicPr>
          <p:cNvPr id="9" name="Picture 8" descr="s04-45d79a7f885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Prompting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clearer recipe can change a cook’s output without retraining the cook.</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05 / 40</a:t>
            </a:r>
          </a:p>
        </p:txBody>
      </p:sp>
      <p:pic>
        <p:nvPicPr>
          <p:cNvPr id="9" name="Picture 8" descr="s05-32ebf26c427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Prompting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Instructions can fail; a prompt does not update facts or guarantee conformance.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06 / 40</a:t>
            </a:r>
          </a:p>
        </p:txBody>
      </p:sp>
      <p:pic>
        <p:nvPicPr>
          <p:cNvPr id="9" name="Picture 8" descr="s06-46749bd4399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Prompting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Change instructions or examples for the task without changing weights.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07 / 40</a:t>
            </a:r>
          </a:p>
        </p:txBody>
      </p:sp>
      <p:pic>
        <p:nvPicPr>
          <p:cNvPr id="9" name="Picture 8" descr="s07-0198f038045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Prompting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On ten practice cases, a clarified prompt improves 6/10 to 8/10; record the cases.</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08 / 40</a:t>
            </a:r>
          </a:p>
        </p:txBody>
      </p:sp>
      <p:pic>
        <p:nvPicPr>
          <p:cNvPr id="9" name="Picture 8" descr="s08-3f1dc41399d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Prompting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When the failure concerns task instructions or format.</a:t>
            </a:r>
          </a:p>
          <a:p>
            <a:pPr>
              <a:defRPr sz="1800" b="0">
                <a:solidFill>
                  <a:srgbClr val="182B40"/>
                </a:solidFill>
                <a:latin typeface="Aptos"/>
              </a:defRPr>
            </a:pPr>
          </a:p>
          <a:p>
            <a:pPr>
              <a:defRPr sz="1800" b="0">
                <a:solidFill>
                  <a:srgbClr val="182B40"/>
                </a:solidFill>
                <a:latin typeface="Aptos"/>
              </a:defRPr>
            </a:pPr>
            <a:r>
              <a:t>Tempting mistake: A prompt can permanently teach yesterday’s revised policy.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09 / 40</a:t>
            </a:r>
          </a:p>
        </p:txBody>
      </p:sp>
      <p:pic>
        <p:nvPicPr>
          <p:cNvPr id="9" name="Picture 8" descr="s09-f2356e97aef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RAG</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Where should a changed policy be updated first?</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10 / 40</a:t>
            </a:r>
          </a:p>
        </p:txBody>
      </p:sp>
      <p:pic>
        <p:nvPicPr>
          <p:cNvPr id="9" name="Picture 8" descr="s10-c4e7636efe1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clerk opens the current rulebook instead of relying on memory.</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11 / 40</a:t>
            </a:r>
          </a:p>
        </p:txBody>
      </p:sp>
      <p:pic>
        <p:nvPicPr>
          <p:cNvPr id="9" name="Picture 8" descr="s11-4e381d0a113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Retrieved text still needs access, relevance and claim checks.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12 / 40</a:t>
            </a:r>
          </a:p>
        </p:txBody>
      </p:sp>
      <p:pic>
        <p:nvPicPr>
          <p:cNvPr id="9" name="Picture 8" descr="s12-f00e1a987d9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Supply up-to-date evidence at inference time; useful for changing facts and traceable answers.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13 / 40</a:t>
            </a:r>
          </a:p>
        </p:txBody>
      </p:sp>
      <p:pic>
        <p:nvPicPr>
          <p:cNvPr id="9" name="Picture 8" descr="s13-d86b0963ce5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Replace P3 with its approved revised version, reindex and retrieve it for the question.</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14 / 40</a:t>
            </a:r>
          </a:p>
        </p:txBody>
      </p:sp>
      <p:pic>
        <p:nvPicPr>
          <p:cNvPr id="9" name="Picture 8" descr="s14-8b399375210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In the authoritative document and retrieval index.</a:t>
            </a:r>
          </a:p>
          <a:p>
            <a:pPr>
              <a:defRPr sz="1800" b="0">
                <a:solidFill>
                  <a:srgbClr val="182B40"/>
                </a:solidFill>
                <a:latin typeface="Aptos"/>
              </a:defRPr>
            </a:pPr>
          </a:p>
          <a:p>
            <a:pPr>
              <a:defRPr sz="1800" b="0">
                <a:solidFill>
                  <a:srgbClr val="182B40"/>
                </a:solidFill>
                <a:latin typeface="Aptos"/>
              </a:defRPr>
            </a:pPr>
            <a:r>
              <a:t>Tempting mistake: Retrieval changes model weights.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15 / 40</a:t>
            </a:r>
          </a:p>
        </p:txBody>
      </p:sp>
      <p:pic>
        <p:nvPicPr>
          <p:cNvPr id="9" name="Picture 8" descr="s15-0af7228d40c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Fine-tuning</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Does the practice result prove tuning should ship?</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16 / 40</a:t>
            </a:r>
          </a:p>
        </p:txBody>
      </p:sp>
      <p:pic>
        <p:nvPicPr>
          <p:cNvPr id="9" name="Picture 8" descr="s16-52c885f0e4f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Fine-tuning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musician practises many examples to change a habit.</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17 / 40</a:t>
            </a:r>
          </a:p>
        </p:txBody>
      </p:sp>
      <p:pic>
        <p:nvPicPr>
          <p:cNvPr id="9" name="Picture 8" descr="s17-34b5c21fe93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Fine-tuning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Small practice gains can reflect overfitting; tuning is not a live fact store.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18 / 40</a:t>
            </a:r>
          </a:p>
        </p:txBody>
      </p:sp>
      <p:pic>
        <p:nvPicPr>
          <p:cNvPr id="9" name="Picture 8" descr="s18-592c6dd7b06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Fine-tuning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Train on examples to change learned behaviour; separate development from final test cases.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19 / 40</a:t>
            </a:r>
          </a:p>
        </p:txBody>
      </p:sp>
      <p:pic>
        <p:nvPicPr>
          <p:cNvPr id="9" name="Picture 8" descr="s19-d0baa2d2aa7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Fine-tuning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Base 6/10, prompted 8/10, tuned 9/10 in practice; final tuned 6/10. Investigate.</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20 / 40</a:t>
            </a:r>
          </a:p>
        </p:txBody>
      </p:sp>
      <p:pic>
        <p:nvPicPr>
          <p:cNvPr id="9" name="Picture 8" descr="s20-b26e0d48399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Fine-tuning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 the fresh test and failure analysis matter.</a:t>
            </a:r>
          </a:p>
          <a:p>
            <a:pPr>
              <a:defRPr sz="1800" b="0">
                <a:solidFill>
                  <a:srgbClr val="182B40"/>
                </a:solidFill>
                <a:latin typeface="Aptos"/>
              </a:defRPr>
            </a:pPr>
          </a:p>
          <a:p>
            <a:pPr>
              <a:defRPr sz="1800" b="0">
                <a:solidFill>
                  <a:srgbClr val="182B40"/>
                </a:solidFill>
                <a:latin typeface="Aptos"/>
              </a:defRPr>
            </a:pPr>
            <a:r>
              <a:t>Tempting mistake: Fine-tuning is guaranteed to beat a good prompt.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21 / 40</a:t>
            </a:r>
          </a:p>
        </p:txBody>
      </p:sp>
      <p:pic>
        <p:nvPicPr>
          <p:cNvPr id="9" name="Picture 8" descr="s21-82104d2aaae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LoRA</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does LoRA reduce?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22 / 40</a:t>
            </a:r>
          </a:p>
        </p:txBody>
      </p:sp>
      <p:pic>
        <p:nvPicPr>
          <p:cNvPr id="9" name="Picture 8" descr="s22-cbe4c39a7ba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LoRA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small adapter changes a machine’s behaviour without replacing its engine.</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23 / 40</a:t>
            </a:r>
          </a:p>
        </p:txBody>
      </p:sp>
      <p:pic>
        <p:nvPicPr>
          <p:cNvPr id="9" name="Picture 8" descr="s23-923193d9eac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LoRA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Low trainable parameter count does not remove data, compute or evaluation needs.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24 / 40</a:t>
            </a:r>
          </a:p>
        </p:txBody>
      </p:sp>
      <p:pic>
        <p:nvPicPr>
          <p:cNvPr id="9" name="Picture 8" descr="s24-d543dda823c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LoRA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Update a small trainable low-rank component instead of all model weights.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25 / 40</a:t>
            </a:r>
          </a:p>
        </p:txBody>
      </p:sp>
      <p:pic>
        <p:nvPicPr>
          <p:cNvPr id="9" name="Picture 8" descr="s25-6b5207081b0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LoRA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LoRA trains small matrices while freezing most base weights; no live tuning is required in this lab.</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26 / 40</a:t>
            </a:r>
          </a:p>
        </p:txBody>
      </p:sp>
      <p:pic>
        <p:nvPicPr>
          <p:cNvPr id="9" name="Picture 8" descr="s26-77c2d65d7d5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LoRA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trainable parameter count compared with full fine-tuning.</a:t>
            </a:r>
          </a:p>
          <a:p>
            <a:pPr>
              <a:defRPr sz="1800" b="0">
                <a:solidFill>
                  <a:srgbClr val="182B40"/>
                </a:solidFill>
                <a:latin typeface="Aptos"/>
              </a:defRPr>
            </a:pPr>
          </a:p>
          <a:p>
            <a:pPr>
              <a:defRPr sz="1800" b="0">
                <a:solidFill>
                  <a:srgbClr val="182B40"/>
                </a:solidFill>
                <a:latin typeface="Aptos"/>
              </a:defRPr>
            </a:pPr>
            <a:r>
              <a:t>Tempting mistake: LoRA retrieves current policy documents automatically.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27 / 40</a:t>
            </a:r>
          </a:p>
        </p:txBody>
      </p:sp>
      <p:pic>
        <p:nvPicPr>
          <p:cNvPr id="9" name="Picture 8" descr="s27-8377c21873f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On fresh cases tuned score is 6/10.</a:t>
            </a:r>
          </a:p>
          <a:p>
            <a:pPr>
              <a:defRPr sz="1800" b="0">
                <a:solidFill>
                  <a:srgbClr val="182B40"/>
                </a:solidFill>
                <a:latin typeface="Aptos"/>
              </a:defRPr>
            </a:pPr>
          </a:p>
          <a:p>
            <a:pPr>
              <a:defRPr sz="1800" b="0">
                <a:solidFill>
                  <a:srgbClr val="182B40"/>
                </a:solidFill>
                <a:latin typeface="Aptos"/>
              </a:defRPr>
            </a:pPr>
            <a:r>
              <a:t>The practice gain alone does not prove better generalization.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28 / 40</a:t>
            </a:r>
          </a:p>
        </p:txBody>
      </p:sp>
      <p:pic>
        <p:nvPicPr>
          <p:cNvPr id="9" name="Picture 8" descr="s28-6d6d9c8b5e8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Analyze a supplied results pack without training a model.</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29 / 40</a:t>
            </a:r>
          </a:p>
        </p:txBody>
      </p:sp>
      <p:pic>
        <p:nvPicPr>
          <p:cNvPr id="9" name="Picture 8" descr="s29-e8e519afb47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30 / 40</a:t>
            </a:r>
          </a:p>
        </p:txBody>
      </p:sp>
      <p:pic>
        <p:nvPicPr>
          <p:cNvPr id="9" name="Picture 8" descr="s30-08b0b77ecaa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Change one threshold and note why the final set must remain untouched.</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31 / 40</a:t>
            </a:r>
          </a:p>
        </p:txBody>
      </p:sp>
      <p:pic>
        <p:nvPicPr>
          <p:cNvPr id="9" name="Picture 8" descr="s31-3bfc0ca2166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32 / 40</a:t>
            </a:r>
          </a:p>
        </p:txBody>
      </p:sp>
      <p:pic>
        <p:nvPicPr>
          <p:cNvPr id="9" name="Picture 8" descr="s32-e70d13d240f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Accuracy with numerator and denominator on separate cases</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33 / 40</a:t>
            </a:r>
          </a:p>
        </p:txBody>
      </p:sp>
      <p:pic>
        <p:nvPicPr>
          <p:cNvPr id="9" name="Picture 8" descr="s33-27dee737e1e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Fine-tuning is the right way to add a policy changed yesterday.</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34 / 40</a:t>
            </a:r>
          </a:p>
        </p:txBody>
      </p:sp>
      <p:pic>
        <p:nvPicPr>
          <p:cNvPr id="9" name="Picture 8" descr="s34-b2a75781cfd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system returns the right fact but the wrong JSON field names. Which adaptation is the simplest first trial?</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35 / 40</a:t>
            </a:r>
          </a:p>
        </p:txBody>
      </p:sp>
      <p:pic>
        <p:nvPicPr>
          <p:cNvPr id="9" name="Picture 8" descr="s35-03817b02ca1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36 / 40</a:t>
            </a:r>
          </a:p>
        </p:txBody>
      </p:sp>
      <p:pic>
        <p:nvPicPr>
          <p:cNvPr id="9" name="Picture 8" descr="s36-26dfecf5e74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method suits a policy that changed yesterday?</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37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does LoRA reduce compared with full fine-tuning?</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38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Comparison table with recommendation and uncertainty.</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39 / 40</a:t>
            </a:r>
          </a:p>
        </p:txBody>
      </p:sp>
      <p:pic>
        <p:nvPicPr>
          <p:cNvPr id="9" name="Picture 8" descr="s39-c232379b67c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09</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Diagnose the failure, choose prompt or RAG or tuning, and test fresh cases.</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09    •    40 / 40</a:t>
            </a:r>
          </a:p>
        </p:txBody>
      </p:sp>
      <p:pic>
        <p:nvPicPr>
          <p:cNvPr id="9" name="Picture 8" descr="s03-cf3d0118741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