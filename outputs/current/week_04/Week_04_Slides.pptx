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document assistant must choose what earlier words matter when drafting a sentence. The visible slide states: The confusing sentence</a:t>
            </a:r>
          </a:p>
          <a:p/>
          <a:p>
            <a:r>
              <a:t>In “Ava told Bea that she won,” which earlier word does “she” refer to? A model must use context, yet ambiguity can remain. Reveal that the case will be revisited after four short concept cycles.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In “Ava told Bea that she won,” which earlier word does “she” refer to? A model must use context, yet ambiguity can remain.</a:t>
            </a:r>
          </a:p>
          <a:p/>
          <a:p>
            <a:r>
              <a:t>Choose an initial answer and name one piece of evidence you need. Accept reasonable uncertainty; record the initial votes to revisit at the end.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document assistant must choose what earlier words matter when drafting a sentence. The visible slide states: We will predict, connect an analogy, trace a mechanism, work an example, then explain a decision. Point to the four named ideas, then show where the notebook experiment fits.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Why can word count differ from token count?</a:t>
            </a:r>
          </a:p>
          <a:p/>
          <a:p>
            <a:r>
              <a:t>Make a choice before we explain the diagram. The intended answer is A tokenizer may split a word into several pieces. The tempting claim is One word always equals one token.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 sentence is cut into tiles before a game reads it.</a:t>
            </a:r>
          </a:p>
          <a:p/>
          <a:p>
            <a:r>
              <a:t>What matches our case, and where does the analogy stop? The boundary is: Token pieces need not be complete words; the vocabulary is model-specific.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Token pieces need not be complete words; the vocabulary is model-specific. The three precise mappings are [['Sentence', 'input string'], ['Tiles', 'tokens'], ['Tile numbers', 'IDs']].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A model processes pieces of text represented as IDs. A word may use more than one token.</a:t>
            </a:r>
          </a:p>
          <a:p/>
          <a:p>
            <a:r>
              <a:t>Trace the arrows from left to right. The weekly example is: “unbelievable” might be one piece or several; record the tokenizer used before counting. State what the analogy does not explain: Token pieces need not be complete words; the vocabulary is model-specific.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“unbelievable” might be one piece or several; record the tokenizer used before counting.</a:t>
            </a:r>
          </a:p>
          <a:p/>
          <a:p>
            <a:r>
              <a:t>Point to the evidence before giving your conclusion. The expected reasoning concludes: A tokenizer may split a word into several pieces.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A tokenizer may split a word into several pieces.</a:t>
            </a:r>
          </a:p>
          <a:p/>
          <a:p>
            <a:r>
              <a:t>Tempting mistake: One word always equals one token. The earlier question was Why can word count differ from token count?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Do weights identify a proven causal explanation?</a:t>
            </a:r>
          </a:p>
          <a:p/>
          <a:p>
            <a:r>
              <a:t>Make a choice before we explain the diagram. The intended answer is No. They show one computation, not the whole model’s reason. The tempting claim is The largest attention cell proves the final answer.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 reader highlights earlier words that matter to the current word.</a:t>
            </a:r>
          </a:p>
          <a:p/>
          <a:p>
            <a:r>
              <a:t>What matches our case, and where does the analogy stop? The boundary is: Attention weights alone are not a complete explanation of model decisions.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Attention weights alone are not a complete explanation of model decisions. The three precise mappings are [['Current word', 'query'], ['Highlight strength', 'attention weight'], ['Notes', 'weighted context']].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Each query uses scores to weight available tokens; the weighted combination carries contextual information.</a:t>
            </a:r>
          </a:p>
          <a:p/>
          <a:p>
            <a:r>
              <a:t>Trace the arrows from left to right. The weekly example is: Scores [1,2,0] yield about [0.245,0.665,0.090]; the middle token gets most weight. State what the analogy does not explain: Attention weights alone are not a complete explanation of model decisions.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Scores [1,2,0] yield about [0.245,0.665,0.090]; the middle token gets most weight.</a:t>
            </a:r>
          </a:p>
          <a:p/>
          <a:p>
            <a:r>
              <a:t>Point to the evidence before giving your conclusion. The expected reasoning concludes: No. They show one computation, not the whole model’s reason.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No. They show one computation, not the whole model’s reason.</a:t>
            </a:r>
          </a:p>
          <a:p/>
          <a:p>
            <a:r>
              <a:t>Tempting mistake: The largest attention cell proves the final answer. The earlier question was Do weights identify a proven causal explanation?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What happens to the forbidden position?</a:t>
            </a:r>
          </a:p>
          <a:p/>
          <a:p>
            <a:r>
              <a:t>Make a choice before we explain the diagram. The intended answer is Its weight is zero; visible positions are renormalised. The tempting claim is Masking deletes a token from the vocabulary.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An exam candidate may consult earlier pages, not tomorrow’s answer sheet.</a:t>
            </a:r>
          </a:p>
          <a:p/>
          <a:p>
            <a:r>
              <a:t>What matches our case, and where does the analogy stop? The boundary is: A mask is an enforced attention constraint; it does not ensure factual accuracy.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A mask is an enforced attention constraint; it does not ensure factual accuracy. The three precise mappings are [['Earlier page', 'past token'], ['Covered page', 'masked future token'], ['Allowed view', 'causal context']].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A decoder mask prevents a token from using future tokens while generating left to right.</a:t>
            </a:r>
          </a:p>
          <a:p/>
          <a:p>
            <a:r>
              <a:t>Trace the arrows from left to right. The weekly example is: Mask the third of three scores [1,2,0]; renormalised weights are about [0.269,0.731,0]. State what the analogy does not explain: A mask is an enforced attention constraint; it does not ensure factual accuracy.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Mask the third of three scores [1,2,0]; renormalised weights are about [0.269,0.731,0].</a:t>
            </a:r>
          </a:p>
          <a:p/>
          <a:p>
            <a:r>
              <a:t>Point to the evidence before giving your conclusion. The expected reasoning concludes: Its weight is zero; visible positions are renormalised.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Its weight is zero; visible positions are renormalised.</a:t>
            </a:r>
          </a:p>
          <a:p/>
          <a:p>
            <a:r>
              <a:t>Tempting mistake: Masking deletes a token from the vocabulary. The earlier question was What happens to the forbidden position?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document assistant must choose what earlier words matter when drafting a sentence. The visible slide states: Which role suits translation in this simplified comparison?</a:t>
            </a:r>
          </a:p>
          <a:p/>
          <a:p>
            <a:r>
              <a:t>Make a choice before we explain the diagram. The intended answer is An encoder reads source text and a decoder writes target text. The tempting claim is An encoder always generates the final long reply. Do not show which card is correct until the reveal.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document assistant must choose what earlier words matter when drafting a sentence. The visible slide states: A reader, a writer, and a reader-writer have different jobs.</a:t>
            </a:r>
          </a:p>
          <a:p/>
          <a:p>
            <a:r>
              <a:t>What matches our case, and where does the analogy stop? The boundary is: Many current systems combine components; this is a useful role sketch, not a full taxonomy.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document assistant must choose what earlier words matter when drafting a sentence. The visible slide states: Match each everyday part to the technical part.</a:t>
            </a:r>
          </a:p>
          <a:p/>
          <a:p>
            <a:r>
              <a:t>Analogy limit: Many current systems combine components; this is a useful role sketch, not a full taxonomy. The three precise mappings are [['Reader', 'encoder'], ['Writer', 'decoder'], ['Read and write', 'encoder–decoder']].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document assistant must choose what earlier words matter when drafting a sentence. The visible slide states: Encoders read inputs; decoders generate; encoder-decoder models read then generate from a separate component.</a:t>
            </a:r>
          </a:p>
          <a:p/>
          <a:p>
            <a:r>
              <a:t>Trace the arrows from left to right. The weekly example is: Classify a sentence: encoder. Continue it: decoder. Translate it: encoder–decoder. State what the analogy does not explain: Many current systems combine components; this is a useful role sketch, not a full taxonomy.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Classify a sentence: encoder. Continue it: decoder. Translate it: encoder–decoder.</a:t>
            </a:r>
          </a:p>
          <a:p/>
          <a:p>
            <a:r>
              <a:t>Point to the evidence before giving your conclusion. The expected reasoning concludes: An encoder reads source text and a decoder writes target text. Distinguish measured results from illustrative numbers.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document assistant must choose what earlier words matter when drafting a sentence. The visible slide states: An encoder reads source text and a decoder writes target text.</a:t>
            </a:r>
          </a:p>
          <a:p/>
          <a:p>
            <a:r>
              <a:t>Tempting mistake: An encoder always generates the final long reply. The earlier question was Which role suits translation in this simplified comparison? Ask how this differs from the wrong claim.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document assistant must choose what earlier words matter when drafting a sentence. The visible slide states: Softmax weights approximately 0.245, 0.665, 0.090.</a:t>
            </a:r>
          </a:p>
          <a:p/>
          <a:p>
            <a:r>
              <a:t>If the third token is future text, its masked weight becomes 0. Have one student point to an exact source word or number for each conclusion.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Compute attention for three tokens and explain one mask.</a:t>
            </a:r>
          </a:p>
          <a:p/>
          <a:p>
            <a:r>
              <a:t>Read the original output before editing. Use Week_04_Lab.ipynb. This lab is a prepared classroom demonstration with its limitations documented.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Locate the supplied input, the transformation, the checking line and the printed result. The weekly lab change is: Mask the last token and recompute the weights.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Mask the last token and recompute the weights.</a:t>
            </a:r>
          </a:p>
          <a:p/>
          <a:p>
            <a:r>
              <a:t>What should change in the result? What stays fixed? Ask learners to write their prediction before rerunning the cell.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Record the input, the one changed setting, the observed result and a reason for any difference. The required evidence is: Annotated attention table and one model-role choice.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Weights sum to one over visible tokens</a:t>
            </a:r>
          </a:p>
          <a:p/>
          <a:p>
            <a:r>
              <a:t>Write the numerator, denominator and one failure case. Where a measure is qualitative, show the concrete source comparison. Example: If the third token is future text, its masked weight becomes 0.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Plausible wrong claim: Attention weights are a complete explanation of a model decision.</a:t>
            </a:r>
          </a:p>
          <a:p/>
          <a:p>
            <a:r>
              <a:t>Correct it using the case evidence. The correction is They show one internal weighting operation; they do not prove causal importance or factual correctness.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A drafting decoder has the next word hidden. What happens to that column in its attention grid?</a:t>
            </a:r>
          </a:p>
          <a:p/>
          <a:p>
            <a:r>
              <a:t>Explain which source or test would settle it. This is a fresh scenario, so ask for a reason before accepting either short answer.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Without reading the slide, name the input, one processing step and the check. Your partner should ask “How do you know?” Listen for a causal explanation and one limitation, then revisit a difficult arrow on the board.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Why does a decoder use a causal mask?</a:t>
            </a:r>
          </a:p>
          <a:p/>
          <a:p>
            <a:r>
              <a:t>Write a short answer, then compare with the guide. Model answer after discussion: To ensure generation at a position depends only on permitted earlier/current positions, not future target tokens. Practice marks: 4.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For weights 0.25, 0.65, 0.10, which input receives most weight?</a:t>
            </a:r>
          </a:p>
          <a:p/>
          <a:p>
            <a:r>
              <a:t>Write a short answer, then compare with the guide. Model answer after discussion: The second input, with 0.65. The three weights sum to 1. Practice marks: 4.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document assistant must choose what earlier words matter when drafting a sentence. The visible slide states: Annotated attention table and one model-role choice.</a:t>
            </a:r>
          </a:p>
          <a:p/>
          <a:p>
            <a:r>
              <a:t>Include the one changed input and an error explanation. This weekly evidence receives formative feedback according to the module sequence; refer to the assessment brief for graded work.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document assistant must choose what earlier words matter when drafting a sentence. The visible slide states: Tokenise, score visible context, and choose the model role for reading or writing.</a:t>
            </a:r>
          </a:p>
          <a:p/>
          <a:p>
            <a:r>
              <a:t>Read the linked official sources in the Word guide and redraw one diagram from memory. Return to the opening vote and ask whether the evidence changed anyone’s mind. The next week builds on this outcome: Explain tokens, attention weights, masking and model roles. The target is: Explain tokens, attention weights, masking and model roles.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04 · Transformers without heavy mathematics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confusing sentence</a:t>
            </a:r>
          </a:p>
          <a:p>
            <a:pPr>
              <a:defRPr sz="1800" b="0">
                <a:solidFill>
                  <a:srgbClr val="182B40"/>
                </a:solidFill>
                <a:latin typeface="Aptos"/>
              </a:defRPr>
            </a:pPr>
          </a:p>
          <a:p>
            <a:pPr>
              <a:defRPr sz="1800" b="0">
                <a:solidFill>
                  <a:srgbClr val="182B40"/>
                </a:solidFill>
                <a:latin typeface="Aptos"/>
              </a:defRPr>
            </a:pPr>
            <a:r>
              <a:t>In “Ava told Bea that she won,” which earlier word does “she” refer to? A model must use context, yet ambiguity can remain.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01 / 40</a:t>
            </a:r>
          </a:p>
        </p:txBody>
      </p:sp>
      <p:pic>
        <p:nvPicPr>
          <p:cNvPr id="9" name="Picture 8" descr="s01-b72048b909a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 “Ava told Bea that she won,” which earlier word does “she” refer to? A model must use context, yet ambiguity can remain.</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03 / 40</a:t>
            </a:r>
          </a:p>
        </p:txBody>
      </p:sp>
      <p:pic>
        <p:nvPicPr>
          <p:cNvPr id="9" name="Picture 8" descr="s03-1adb3a91c25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Token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can word count differ from token count?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04 / 40</a:t>
            </a:r>
          </a:p>
        </p:txBody>
      </p:sp>
      <p:pic>
        <p:nvPicPr>
          <p:cNvPr id="9" name="Picture 8" descr="s04-5b23eef55da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sentence is cut into tiles before a game reads 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05 / 40</a:t>
            </a:r>
          </a:p>
        </p:txBody>
      </p:sp>
      <p:pic>
        <p:nvPicPr>
          <p:cNvPr id="9" name="Picture 8" descr="s05-c053f343f58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Token pieces need not be complete words; the vocabulary is model-specific.</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06 / 40</a:t>
            </a:r>
          </a:p>
        </p:txBody>
      </p:sp>
      <p:pic>
        <p:nvPicPr>
          <p:cNvPr id="9" name="Picture 8" descr="s06-c22386c8fb5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model processes pieces of text represented as IDs. A word may use more than one token.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07 / 40</a:t>
            </a:r>
          </a:p>
        </p:txBody>
      </p:sp>
      <p:pic>
        <p:nvPicPr>
          <p:cNvPr id="9" name="Picture 8" descr="s07-364e591f328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“unbelievable” might be one piece or several; record the tokenizer used before counting.</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08 / 40</a:t>
            </a:r>
          </a:p>
        </p:txBody>
      </p:sp>
      <p:pic>
        <p:nvPicPr>
          <p:cNvPr id="9" name="Picture 8" descr="s08-baf66c1080d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Token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tokenizer may split a word into several pieces.</a:t>
            </a:r>
          </a:p>
          <a:p>
            <a:pPr>
              <a:defRPr sz="1800" b="0">
                <a:solidFill>
                  <a:srgbClr val="182B40"/>
                </a:solidFill>
                <a:latin typeface="Aptos"/>
              </a:defRPr>
            </a:pPr>
          </a:p>
          <a:p>
            <a:pPr>
              <a:defRPr sz="1800" b="0">
                <a:solidFill>
                  <a:srgbClr val="182B40"/>
                </a:solidFill>
                <a:latin typeface="Aptos"/>
              </a:defRPr>
            </a:pPr>
            <a:r>
              <a:t>Tempting mistake: One word always equals one token.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09 / 40</a:t>
            </a:r>
          </a:p>
        </p:txBody>
      </p:sp>
      <p:pic>
        <p:nvPicPr>
          <p:cNvPr id="9" name="Picture 8" descr="s09-d6846e9e592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Attention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 weights identify a proven causal explanation?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10 / 40</a:t>
            </a:r>
          </a:p>
        </p:txBody>
      </p:sp>
      <p:pic>
        <p:nvPicPr>
          <p:cNvPr id="9" name="Picture 8" descr="s10-f9d3a16ce6d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reader highlights earlier words that matter to the current word.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11 / 40</a:t>
            </a:r>
          </a:p>
        </p:txBody>
      </p:sp>
      <p:pic>
        <p:nvPicPr>
          <p:cNvPr id="9" name="Picture 8" descr="s11-1f4cffe4456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Attention weights alone are not a complete explanation of model decisions.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12 / 40</a:t>
            </a:r>
          </a:p>
        </p:txBody>
      </p:sp>
      <p:pic>
        <p:nvPicPr>
          <p:cNvPr id="9" name="Picture 8" descr="s12-e14acf10760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Each query uses scores to weight available tokens; the weighted combination carries contextual information.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13 / 40</a:t>
            </a:r>
          </a:p>
        </p:txBody>
      </p:sp>
      <p:pic>
        <p:nvPicPr>
          <p:cNvPr id="9" name="Picture 8" descr="s13-f0476cda2e8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Scores [1,2,0] yield about [0.245,0.665,0.090]; the middle token gets most weight.</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14 / 40</a:t>
            </a:r>
          </a:p>
        </p:txBody>
      </p:sp>
      <p:pic>
        <p:nvPicPr>
          <p:cNvPr id="9" name="Picture 8" descr="s14-555c111e503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Attention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They show one computation, not the whole model’s reason.</a:t>
            </a:r>
          </a:p>
          <a:p>
            <a:pPr>
              <a:defRPr sz="1800" b="0">
                <a:solidFill>
                  <a:srgbClr val="182B40"/>
                </a:solidFill>
                <a:latin typeface="Aptos"/>
              </a:defRPr>
            </a:pPr>
          </a:p>
          <a:p>
            <a:pPr>
              <a:defRPr sz="1800" b="0">
                <a:solidFill>
                  <a:srgbClr val="182B40"/>
                </a:solidFill>
                <a:latin typeface="Aptos"/>
              </a:defRPr>
            </a:pPr>
            <a:r>
              <a:t>Tempting mistake: The largest attention cell proves the final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15 / 40</a:t>
            </a:r>
          </a:p>
        </p:txBody>
      </p:sp>
      <p:pic>
        <p:nvPicPr>
          <p:cNvPr id="9" name="Picture 8" descr="s15-5c3303974f0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Mask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happens to the forbidden position?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16 / 40</a:t>
            </a:r>
          </a:p>
        </p:txBody>
      </p:sp>
      <p:pic>
        <p:nvPicPr>
          <p:cNvPr id="9" name="Picture 8" descr="s16-357bb6887d3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exam candidate may consult earlier pages, not tomorrow’s answer sheet.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17 / 40</a:t>
            </a:r>
          </a:p>
        </p:txBody>
      </p:sp>
      <p:pic>
        <p:nvPicPr>
          <p:cNvPr id="9" name="Picture 8" descr="s17-a4e5bbd379e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mask is an enforced attention constraint; it does not ensure factual accuracy.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18 / 40</a:t>
            </a:r>
          </a:p>
        </p:txBody>
      </p:sp>
      <p:pic>
        <p:nvPicPr>
          <p:cNvPr id="9" name="Picture 8" descr="s18-54beb47c1c0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decoder mask prevents a token from using future tokens while generating left to right.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19 / 40</a:t>
            </a:r>
          </a:p>
        </p:txBody>
      </p:sp>
      <p:pic>
        <p:nvPicPr>
          <p:cNvPr id="9" name="Picture 8" descr="s19-fd59a301c9a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Mask the third of three scores [1,2,0]; renormalised weights are about [0.269,0.731,0].</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20 / 40</a:t>
            </a:r>
          </a:p>
        </p:txBody>
      </p:sp>
      <p:pic>
        <p:nvPicPr>
          <p:cNvPr id="9" name="Picture 8" descr="s20-4da38b1b637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Mask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Its weight is zero; visible positions are renormalised.</a:t>
            </a:r>
          </a:p>
          <a:p>
            <a:pPr>
              <a:defRPr sz="1800" b="0">
                <a:solidFill>
                  <a:srgbClr val="182B40"/>
                </a:solidFill>
                <a:latin typeface="Aptos"/>
              </a:defRPr>
            </a:pPr>
          </a:p>
          <a:p>
            <a:pPr>
              <a:defRPr sz="1800" b="0">
                <a:solidFill>
                  <a:srgbClr val="182B40"/>
                </a:solidFill>
                <a:latin typeface="Aptos"/>
              </a:defRPr>
            </a:pPr>
            <a:r>
              <a:t>Tempting mistake: Masking deletes a token from the vocabulary.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21 / 40</a:t>
            </a:r>
          </a:p>
        </p:txBody>
      </p:sp>
      <p:pic>
        <p:nvPicPr>
          <p:cNvPr id="9" name="Picture 8" descr="s21-2bb916f473c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Model roles</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role suits translation in this simplified comparison?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22 / 40</a:t>
            </a:r>
          </a:p>
        </p:txBody>
      </p:sp>
      <p:pic>
        <p:nvPicPr>
          <p:cNvPr id="9" name="Picture 8" descr="s22-0a7c82d7050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reader, a writer, and a reader-writer have different jobs.</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23 / 40</a:t>
            </a:r>
          </a:p>
        </p:txBody>
      </p:sp>
      <p:pic>
        <p:nvPicPr>
          <p:cNvPr id="9" name="Picture 8" descr="s23-a56029decb9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Many current systems combine components; this is a useful role sketch, not a full taxonomy.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24 / 40</a:t>
            </a:r>
          </a:p>
        </p:txBody>
      </p:sp>
      <p:pic>
        <p:nvPicPr>
          <p:cNvPr id="9" name="Picture 8" descr="s24-b7f100cc978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Encoders read inputs; decoders generate; encoder-decoder models read then generate from a separate component.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25 / 40</a:t>
            </a:r>
          </a:p>
        </p:txBody>
      </p:sp>
      <p:pic>
        <p:nvPicPr>
          <p:cNvPr id="9" name="Picture 8" descr="s25-7e1c5e59f71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Classify a sentence: encoder. Continue it: decoder. Translate it: encoder–decoder.</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26 / 40</a:t>
            </a:r>
          </a:p>
        </p:txBody>
      </p:sp>
      <p:pic>
        <p:nvPicPr>
          <p:cNvPr id="9" name="Picture 8" descr="s26-c75b5e0eae0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Model roles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encoder reads source text and a decoder writes target text.</a:t>
            </a:r>
          </a:p>
          <a:p>
            <a:pPr>
              <a:defRPr sz="1800" b="0">
                <a:solidFill>
                  <a:srgbClr val="182B40"/>
                </a:solidFill>
                <a:latin typeface="Aptos"/>
              </a:defRPr>
            </a:pPr>
          </a:p>
          <a:p>
            <a:pPr>
              <a:defRPr sz="1800" b="0">
                <a:solidFill>
                  <a:srgbClr val="182B40"/>
                </a:solidFill>
                <a:latin typeface="Aptos"/>
              </a:defRPr>
            </a:pPr>
            <a:r>
              <a:t>Tempting mistake: An encoder always generates the final long reply.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27 / 40</a:t>
            </a:r>
          </a:p>
        </p:txBody>
      </p:sp>
      <p:pic>
        <p:nvPicPr>
          <p:cNvPr id="9" name="Picture 8" descr="s27-904dff7a94c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Softmax weights approximately 0.245, 0.665, 0.090.</a:t>
            </a:r>
          </a:p>
          <a:p>
            <a:pPr>
              <a:defRPr sz="1800" b="0">
                <a:solidFill>
                  <a:srgbClr val="182B40"/>
                </a:solidFill>
                <a:latin typeface="Aptos"/>
              </a:defRPr>
            </a:pPr>
          </a:p>
          <a:p>
            <a:pPr>
              <a:defRPr sz="1800" b="0">
                <a:solidFill>
                  <a:srgbClr val="182B40"/>
                </a:solidFill>
                <a:latin typeface="Aptos"/>
              </a:defRPr>
            </a:pPr>
            <a:r>
              <a:t>If the third token is future text, its masked weight becomes 0.</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28 / 40</a:t>
            </a:r>
          </a:p>
        </p:txBody>
      </p:sp>
      <p:pic>
        <p:nvPicPr>
          <p:cNvPr id="9" name="Picture 8" descr="s28-7d3fd155db3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Compute attention for three tokens and explain one mask.</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29 / 40</a:t>
            </a:r>
          </a:p>
        </p:txBody>
      </p:sp>
      <p:pic>
        <p:nvPicPr>
          <p:cNvPr id="9" name="Picture 8" descr="s29-f5238205731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Mask the last token and recompute the weights.</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Weights sum to one over visible tokens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Attention weights are a complete explanation of a model decision.</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34 / 40</a:t>
            </a:r>
          </a:p>
        </p:txBody>
      </p:sp>
      <p:pic>
        <p:nvPicPr>
          <p:cNvPr id="9" name="Picture 8" descr="s34-6ca835f7698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drafting decoder has the next word hidden. What happens to that column in its attention grid?</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36 / 40</a:t>
            </a:r>
          </a:p>
        </p:txBody>
      </p:sp>
      <p:pic>
        <p:nvPicPr>
          <p:cNvPr id="9" name="Picture 8" descr="s36-bbcb4afb1a9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does a decoder use a causal mask?</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For weights 0.25, 0.65, 0.10, which input receives most weight?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Annotated attention table and one model-role choice.</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04</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Tokenise, score visible context, and choose the model role for reading or writing.</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04    •    40 / 40</a:t>
            </a:r>
          </a:p>
        </p:txBody>
      </p:sp>
      <p:pic>
        <p:nvPicPr>
          <p:cNvPr id="9" name="Picture 8" descr="s03-1adb3a91c25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